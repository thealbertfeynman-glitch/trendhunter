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B1326">
              <a:alpha val="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1188720"/>
            <a:ext cx="1828800" cy="1828800"/>
          </a:xfrm>
          <a:prstGeom prst="ellipse">
            <a:avLst/>
          </a:prstGeom>
          <a:solidFill>
            <a:srgbClr val="0B1326">
              <a:alpha val="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645920"/>
            <a:ext cx="914400" cy="914400"/>
          </a:xfrm>
          <a:prstGeom prst="ellipse">
            <a:avLst/>
          </a:prstGeom>
          <a:solidFill>
            <a:srgbClr val="0B1326">
              <a:alpha val="0"/>
            </a:srgbClr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965960"/>
            <a:ext cx="274320" cy="27432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TrendHunter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Trend Detection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TikTok trend intelligence for User Acquisition teams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UA BLINDSPOT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UA Teams Are Flying Blind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Ad Spend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 teams spend $M on paid 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miss organic viral trends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drive free installs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73736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Too Late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time you spot a trend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TikTok, it's already peaked.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 = gone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6350">
            <a:solidFill>
              <a:srgbClr val="C77D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91840"/>
            <a:ext cx="54864" cy="137160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= Broken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hours/day scrolling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 80% of signals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scalable across markets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29184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trends means competing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saturated content.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higher cost per install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Existing Tools Don't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01952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SocialPeta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competitor ads, NOT organic trends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938528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need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862072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Browsing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Subjective, slow, not scalable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898648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limitation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822192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what already happened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858768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Reactive, not predictive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No tool connects creator behavior  -&gt;  content trends  -&gt;  UA opportunity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Creators First, Trends Follow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4592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6D11AD">
              <a:alpha val="15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can't find trends without finding creators first."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2926080"/>
            <a:ext cx="731520" cy="731520"/>
          </a:xfrm>
          <a:prstGeom prst="ellipse">
            <a:avLst/>
          </a:prstGeom>
          <a:solidFill>
            <a:srgbClr val="00E5FF">
              <a:alpha val="15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731520" cy="731520"/>
          </a:xfrm>
          <a:prstGeom prst="ellipse">
            <a:avLst/>
          </a:prstGeom>
          <a:solidFill>
            <a:srgbClr val="00E5FF">
              <a:alpha val="15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57800" y="2926080"/>
            <a:ext cx="731520" cy="731520"/>
          </a:xfrm>
          <a:prstGeom prst="ellipse">
            <a:avLst/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7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9480" y="2926080"/>
            <a:ext cx="731520" cy="73152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Logic: Creators CREATE trends. Track creators -&gt; Detect patterns -&gt; Predict emergence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Intelligence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31B2E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96596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 Creators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creator discovery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niche, vertical,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engagement patterns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31B2E"/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73736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Crawl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 browser automation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Anti-detection mode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extraction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31B2E"/>
          </a:solidFill>
          <a:ln w="6350">
            <a:solidFill>
              <a:srgbClr val="C77DFF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737360"/>
            <a:ext cx="1965960" cy="4572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7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920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content clustering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scoring algorithm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decay + grouping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173736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31B2E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73736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4088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3017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groups + evidence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TrendHunter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5029200" cy="3108960"/>
          </a:xfrm>
          <a:prstGeom prst="roundRect">
            <a:avLst>
              <a:gd name="adj" fmla="val 4412"/>
            </a:avLst>
          </a:prstGeom>
          <a:solidFill>
            <a:srgbClr val="131B2E"/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LIVE DEMO 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dashboard screenshot here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783080"/>
            <a:ext cx="320040" cy="320040"/>
          </a:xfrm>
          <a:prstGeom prst="ellipse">
            <a:avLst/>
          </a:prstGeom>
          <a:solidFill>
            <a:srgbClr val="C77D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Groups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AI-classified content categories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2468880"/>
            <a:ext cx="320040" cy="320040"/>
          </a:xfrm>
          <a:prstGeom prst="ellipse">
            <a:avLst/>
          </a:prstGeom>
          <a:solidFill>
            <a:srgbClr val="00E5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Rankings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Filtered, scored, ranked by views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3154680"/>
            <a:ext cx="320040" cy="3200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+ video analytics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3840480"/>
            <a:ext cx="320040" cy="32004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Executive Summary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insights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438912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00E5FF">
              <a:alpha val="10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huggingface.co/spaces/1oganthehusky/trendhunter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It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182880" cy="18288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TrendGroup Engine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NLP-based content clustering from descriptions + hashtags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auto-detected trend categories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7589520" cy="0"/>
          </a:xfrm>
          <a:prstGeom prst="line">
            <a:avLst/>
          </a:prstGeom>
          <a:noFill/>
          <a:ln w="3810">
            <a:solidFill>
              <a:srgbClr val="BAC9C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14016"/>
            <a:ext cx="182880" cy="1828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Scoring Algorithm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3042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creator_count x log10(views) x freshness_decay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ranking that surfaces real signals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898648"/>
            <a:ext cx="7589520" cy="0"/>
          </a:xfrm>
          <a:prstGeom prst="line">
            <a:avLst/>
          </a:prstGeom>
          <a:noFill/>
          <a:ln w="3810">
            <a:solidFill>
              <a:srgbClr val="BAC9C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7238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962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Filtering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962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Auto-excludes 23+ generic/tool hashtags (CapCut, FYP...)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only real content trends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557016"/>
            <a:ext cx="7589520" cy="0"/>
          </a:xfrm>
          <a:prstGeom prst="line">
            <a:avLst/>
          </a:prstGeom>
          <a:noFill/>
          <a:ln w="3810">
            <a:solidFill>
              <a:srgbClr val="BAC9C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3075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6210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Executive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6210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insights with typing animation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intelligence, not just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215384"/>
            <a:ext cx="7589520" cy="0"/>
          </a:xfrm>
          <a:prstGeom prst="line">
            <a:avLst/>
          </a:prstGeom>
          <a:noFill/>
          <a:ln w="3810">
            <a:solidFill>
              <a:srgbClr val="BAC9C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89120"/>
            <a:ext cx="182880" cy="1828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4279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-&gt; Enrich -&gt; Analyze -&gt; Visualize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 end-to-end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00E5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Puppeteer + Stealth Plugin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Anti-detection browser automation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21992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21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2219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(analyze_trends.py)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221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scoring, freshness decay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C77D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523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7523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NLP (trendgroups.ts)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7523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+ hashtag clustering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82696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00E5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826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2826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14 + Tailwind CSS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2826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SaaS dashboard, animations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813048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13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8130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 Face Spaces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813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Node.js runtime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BAC9CC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4343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files (no DB)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speed, zero config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 for UA Teams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hours manual scrolling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80% of emerging trends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Reactive, not predictive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to insights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surfaces ALL emerging trends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visual evidence + scores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3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338328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3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7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9456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338328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3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25.7M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93192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338328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3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338328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3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0664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AE2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716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228600" cy="2286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11680"/>
            <a:ext cx="36576" cy="594360"/>
          </a:xfrm>
          <a:prstGeom prst="rect">
            <a:avLst/>
          </a:prstGeom>
          <a:solidFill>
            <a:srgbClr val="BAC9CC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73736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0E5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crawls every 6 hours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trend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228600" cy="22860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834640"/>
            <a:ext cx="36576" cy="594360"/>
          </a:xfrm>
          <a:prstGeom prst="rect">
            <a:avLst/>
          </a:prstGeom>
          <a:solidFill>
            <a:srgbClr val="BAC9CC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560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C77D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Prediction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hashtag will peak in 2 days"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intelligence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4290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657600"/>
            <a:ext cx="36576" cy="594360"/>
          </a:xfrm>
          <a:prstGeom prst="rect">
            <a:avLst/>
          </a:prstGeom>
          <a:solidFill>
            <a:srgbClr val="BAC9CC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33832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Reels, YouTube Shorts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trend correlation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42519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8720" y="42062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E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Integrations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8600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for UA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Slack/Discord alerts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B1326">
              <a:alpha val="0"/>
            </a:srgbClr>
          </a:solidFill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rgbClr val="0B1326">
              <a:alpha val="0"/>
            </a:srgbClr>
          </a:solidFill>
          <a:ln w="1016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371600"/>
            <a:ext cx="914400" cy="914400"/>
          </a:xfrm>
          <a:prstGeom prst="ellipse">
            <a:avLst/>
          </a:prstGeom>
          <a:solidFill>
            <a:srgbClr val="0B1326">
              <a:alpha val="0"/>
            </a:srgbClr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691640"/>
            <a:ext cx="274320" cy="27432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TrendHunter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Trend Detection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E2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Hunt trends before they peak.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43484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IT: huggingface.co/spaces/1oganthehusky/trendhunter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TrendHunter - #1 Trend Detection Agent</dc:title>
  <dc:subject>PptxGenJS Presentation</dc:subject>
  <dc:creator>TrendHunter Team</dc:creator>
  <cp:lastModifiedBy>TrendHunter Team</cp:lastModifiedBy>
  <cp:revision>1</cp:revision>
  <dcterms:created xsi:type="dcterms:W3CDTF">2026-04-06T09:31:03Z</dcterms:created>
  <dcterms:modified xsi:type="dcterms:W3CDTF">2026-04-06T09:31:03Z</dcterms:modified>
</cp:coreProperties>
</file>